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5" d="100"/>
          <a:sy n="10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0DCCD-A41A-6FA4-6287-F75AD1628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E20B67-B00C-47C0-8820-04EC93561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5EE39-BF4F-AAFD-EF35-1CC210F0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60772-D1F3-E9A6-7917-42F3C9AF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DE26A-16D0-76B9-8042-0B26AD552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5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52D7-5D6C-9B79-9BA9-D44212F0B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EF076-C314-22F5-4166-F8BB9C22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36717-D43A-CD03-60DD-407AEA59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DC3D-C55C-E34F-FA74-D724A517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65517-9575-57CA-3291-15E6C52E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2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C443-A9FE-5C84-A4FA-03E31695B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795CE-1C66-C7AC-B93C-29F122353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A73D2-D5C3-4557-E14A-97E5311E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2E9F-1451-A497-621C-811C115E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9A932-0F94-6E7C-D3C7-E6A3358B4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2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8336-D561-DDB1-C10C-B43E786CF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724B-6D76-F5B4-6AB4-6CA38621A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CAC67-AFC9-9011-EDFD-143CC10AB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F027E-2338-E41A-B209-C5048086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D6B14-A360-C7D2-1D30-97B099E5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05AE24-5962-6A5C-5AA2-ECE82D1F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6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13DD-DE29-60A0-413D-F41A3021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96662-DF53-9B7C-F323-19C32FD1B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58D91-153A-5D9D-A611-8F0F97803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DA2B3-A531-EEE7-3624-209D60ECE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459A7-D66D-3161-8F27-EB9A2BCB75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21AFA-049B-38CD-4B1A-41D6119E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C37DE3-E916-C779-73E7-6A1B444F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6B4DF7-0A7E-A06C-BA7A-A747FD8FA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00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3BE9-8CA9-A412-9588-62FC7662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55E4-7B33-EEEA-2B61-BB2957EB9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8CF9A-9C99-2DEC-43B9-3053A8C20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8EE81-212A-AF80-84E6-DA9B0ED6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6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42B95-34BD-59C9-F4BB-E576D02C7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B411C-1693-9C30-40DB-E61F05781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304E1-14B4-840C-51A0-14C15AAB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4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1A0DC-43B1-8D9F-9745-9527414B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08F27-809D-29E3-38AC-7B415DBCA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2CCD9F-84FF-BE15-AD07-439F1DF2A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EAFB9-D72E-4DF6-37CB-953900D5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EE67B-1BE0-0CF7-CC1A-AD5987B9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3B547-6BA6-3B21-C6F0-5303DCA8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08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E7B6-6EB6-870C-C3A5-818F9DB0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FCE6D1-225A-4659-CC5D-6B88C83089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8EA5D-D9A7-E509-565F-2231505A3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95DF5-6DD3-3F1C-955A-6B8581E21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F6004-ADBD-4164-B3ED-A0450627D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8402A-6BAE-358A-7631-65ADE9E1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55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F3CA-E2FA-8EE2-A69A-EC8724DF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EF8E0-906B-E830-FD31-61DC46BC8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72750-9E5E-4A5B-75A3-8272BEDB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F2848-AFC4-4F18-769E-95ADE208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78B2F-0E8E-DB8A-9388-40D03636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81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01164-4C6D-E4F0-5A08-398C3DDB4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68485-C390-717D-816F-03FC1B3267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868F5-AA4E-0789-F300-B826F04A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66FBE-0072-2B01-851D-43CA67B2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C7E1F-5844-E950-0F1B-8B9A840C5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3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8661F3-A3FA-237F-D64E-F3882D852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9450D-6174-4FF0-8853-302AFDF77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B9C2F-0785-B10D-D7CC-050ABCFF7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442B6-ED23-7048-A0A3-E6BCA13BE17F}" type="datetimeFigureOut">
              <a:rPr lang="en-US" smtClean="0"/>
              <a:t>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39EA-F6B4-132C-F8DA-CDA682949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5165-D99B-C680-35F0-F5FB8F8C8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2B255-C206-0A43-9649-4821C5EAA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1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1B6470-F035-A076-C0BC-85D03F1C6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8" y="1182836"/>
            <a:ext cx="6938962" cy="4233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519F69-F248-23F0-61C2-5534E8B9AD5F}"/>
              </a:ext>
            </a:extLst>
          </p:cNvPr>
          <p:cNvSpPr txBox="1"/>
          <p:nvPr/>
        </p:nvSpPr>
        <p:spPr>
          <a:xfrm>
            <a:off x="3457575" y="311502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D5E52-9E3D-D5AF-C27F-FEA1E4805470}"/>
              </a:ext>
            </a:extLst>
          </p:cNvPr>
          <p:cNvSpPr txBox="1"/>
          <p:nvPr/>
        </p:nvSpPr>
        <p:spPr>
          <a:xfrm>
            <a:off x="8457057" y="4218022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Z`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6E09D4FD-50DC-6AD9-2802-A0A318A3F9D3}"/>
              </a:ext>
            </a:extLst>
          </p:cNvPr>
          <p:cNvSpPr/>
          <p:nvPr/>
        </p:nvSpPr>
        <p:spPr>
          <a:xfrm>
            <a:off x="6096000" y="3079713"/>
            <a:ext cx="369332" cy="369332"/>
          </a:xfrm>
          <a:prstGeom prst="star5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19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Bindas, Tadd Nicholas</dc:creator>
  <cp:lastModifiedBy>Bindas, Tadd Nicholas</cp:lastModifiedBy>
  <cp:revision>2</cp:revision>
  <dcterms:created xsi:type="dcterms:W3CDTF">2025-02-24T02:47:32Z</dcterms:created>
  <dcterms:modified xsi:type="dcterms:W3CDTF">2025-02-24T02:52:03Z</dcterms:modified>
</cp:coreProperties>
</file>
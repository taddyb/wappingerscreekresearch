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71"/>
  </p:normalViewPr>
  <p:slideViewPr>
    <p:cSldViewPr snapToGrid="0" snapToObjects="1">
      <p:cViewPr>
        <p:scale>
          <a:sx n="146" d="100"/>
          <a:sy n="146" d="100"/>
        </p:scale>
        <p:origin x="-1960" y="-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9965-F4B7-754E-AFFD-0DA40C3C5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E76619-CC6A-5D4E-BC59-36C939601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01F6A-1E96-8C4E-800D-32D2FBF7F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DFD8D-83C6-C949-A42B-DFF8B778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E3BB6-EDE9-344B-BEB3-4D07B7AB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71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C586-3330-CF4B-A475-FCA9395C1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F5CC4-98BE-C242-9A88-1578FC5E7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CAAFF-0F40-6141-8F6A-463D71EB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FBA73-B716-8746-89A4-873C4048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89DBD-3699-7A40-B106-39FEC408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86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4F86-37D7-CA43-B80D-24C6BFF4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7B9AE-4842-FC4C-BA8E-AB4F86835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24A88-0B00-5E46-80FC-FA96EC1ED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4ED19-238D-B84A-9089-A77289FC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CCE7F-B507-014E-9743-61D80D03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5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4B069-09F1-3641-AFE2-5B814FEF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63FC4-B8A6-1447-A018-0CC938136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2D244-2CE7-D04B-BA63-EE5FF3DD3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7AD8D-A26E-8642-95AB-BBB76AFF2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16E57-3798-7442-9D4B-10D0A723A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3BCD1-A66F-7A4B-B905-02E7AD79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18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4BA4-B15E-CC4D-B30F-BB23ACBF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2C465-0519-5B4D-BCEA-4E9BCE273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1B97F-F8ED-8040-BF6F-5A67EEE4F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4C9509-18BF-0A47-8F06-4BB13EA16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EBCFD-12B4-B34A-BF96-300F4A15F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81DD49-526E-0A47-AC42-A1E619C3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AA4C1-AC3B-AD41-8AD7-2ADBAFB9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2CAF1-8E81-AD43-BBBA-F8212B4D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9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59949-C2F6-4E4E-9EFD-88630A586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CBAD95-1873-7746-8E6D-B5C0F428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87FE1C-892F-A84F-AD5E-AABF94E2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772E2-8B42-0540-832C-E12E5466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1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5C11C-283B-C442-B7CB-39A156B8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C2066-4858-6449-B700-464138D94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DDCEE-569B-B749-A76A-EC260605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48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DF15-C475-6A4C-809F-5C2C03DF0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F346-DC2C-D942-9FE5-1CCB981F9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7289B-F5EF-F541-9E43-9E50EDF53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A6339-1631-8B43-B9A2-9978C15D2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7F01E-EC51-BF48-99E5-DBF127F6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AF86F-8306-9C4B-A9FB-6FE9D8ED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1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47DF-895F-0841-AA23-5A99B83E9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71F6B3-643C-2247-BF8C-6BF197B1F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B8CD8-8826-A640-8074-4B6339A83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3DECE-5A24-D341-B44F-5DE7E895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15525-AD3D-A24C-8CAE-45C2B6B0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884E8-11A8-B348-8FB2-678182DC2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03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D135-9963-1D49-93B5-6DD984D9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EC98F-BEB8-1E44-A572-814456653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61E0E-1FB6-DF41-9180-B4AA10F3F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4290E-943E-FB43-8461-FA2CD1EA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929B0-2D80-E547-A121-6B2277D8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55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6753C-3C51-444A-A590-86FD12C7F5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93D48-2965-E642-97A5-8A334BFC1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1E38A-8A37-844D-A95F-03203661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DAEBB-EBCF-684A-BB61-3E03418F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F6AB5-4C43-F746-BF33-897E353C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DD0C2F-E842-0449-AC7C-662AE32F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C2A63-01E4-DC42-8379-894F2378C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F0A71-BE81-7245-9338-52E33E022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87DF8-FABF-404A-8B42-689C571685A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227F1-F51A-0947-83C3-AF56A3C45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F36F7-0726-344B-8369-0025A735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125E2-01F0-644E-8B8B-2EE084A86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78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&#13;&#10;&#13;&#10;Description automatically generated">
            <a:extLst>
              <a:ext uri="{FF2B5EF4-FFF2-40B4-BE49-F238E27FC236}">
                <a16:creationId xmlns:a16="http://schemas.microsoft.com/office/drawing/2014/main" id="{143EB7CF-182C-E345-BCC5-6D79FC553F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837"/>
          <a:stretch/>
        </p:blipFill>
        <p:spPr>
          <a:xfrm>
            <a:off x="1077018" y="643466"/>
            <a:ext cx="10037963" cy="519017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39386A-B6B4-724F-B5D6-C00244B59ACD}"/>
              </a:ext>
            </a:extLst>
          </p:cNvPr>
          <p:cNvCxnSpPr>
            <a:cxnSpLocks/>
          </p:cNvCxnSpPr>
          <p:nvPr/>
        </p:nvCxnSpPr>
        <p:spPr>
          <a:xfrm>
            <a:off x="8818462" y="1724266"/>
            <a:ext cx="0" cy="792956"/>
          </a:xfrm>
          <a:prstGeom prst="line">
            <a:avLst/>
          </a:prstGeom>
          <a:ln w="101600" cap="rnd">
            <a:solidFill>
              <a:schemeClr val="tx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6B29EBE-EFBB-7F4E-B4DB-2FBCBD79C02E}"/>
              </a:ext>
            </a:extLst>
          </p:cNvPr>
          <p:cNvSpPr txBox="1"/>
          <p:nvPr/>
        </p:nvSpPr>
        <p:spPr>
          <a:xfrm>
            <a:off x="8818462" y="1853866"/>
            <a:ext cx="12864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= High Angle </a:t>
            </a:r>
          </a:p>
          <a:p>
            <a:pPr algn="ctr"/>
            <a:r>
              <a:rPr lang="en-US" sz="1600" dirty="0"/>
              <a:t>Fault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ED9094-009A-5A4C-949F-83117BE9C2AD}"/>
              </a:ext>
            </a:extLst>
          </p:cNvPr>
          <p:cNvCxnSpPr>
            <a:cxnSpLocks/>
          </p:cNvCxnSpPr>
          <p:nvPr/>
        </p:nvCxnSpPr>
        <p:spPr>
          <a:xfrm flipH="1">
            <a:off x="4904955" y="128588"/>
            <a:ext cx="481433" cy="6085946"/>
          </a:xfrm>
          <a:prstGeom prst="line">
            <a:avLst/>
          </a:prstGeom>
          <a:ln w="355600">
            <a:solidFill>
              <a:schemeClr val="tx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B3AC13-851A-BF49-ADA6-4DF6F54ECC92}"/>
              </a:ext>
            </a:extLst>
          </p:cNvPr>
          <p:cNvCxnSpPr>
            <a:cxnSpLocks/>
          </p:cNvCxnSpPr>
          <p:nvPr/>
        </p:nvCxnSpPr>
        <p:spPr>
          <a:xfrm flipH="1">
            <a:off x="6076948" y="179981"/>
            <a:ext cx="253418" cy="6117143"/>
          </a:xfrm>
          <a:prstGeom prst="line">
            <a:avLst/>
          </a:prstGeom>
          <a:ln w="355600">
            <a:solidFill>
              <a:schemeClr val="tx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7C1869F-34DE-7345-8655-1143D07ED4DA}"/>
              </a:ext>
            </a:extLst>
          </p:cNvPr>
          <p:cNvSpPr/>
          <p:nvPr/>
        </p:nvSpPr>
        <p:spPr>
          <a:xfrm rot="4271278">
            <a:off x="4408046" y="3671720"/>
            <a:ext cx="640080" cy="121227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325C92-A88B-634A-8CAF-3D816EA7B1B4}"/>
              </a:ext>
            </a:extLst>
          </p:cNvPr>
          <p:cNvSpPr/>
          <p:nvPr/>
        </p:nvSpPr>
        <p:spPr>
          <a:xfrm rot="3212858">
            <a:off x="5398982" y="2771159"/>
            <a:ext cx="637469" cy="12977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668A7E-844D-0740-9933-A9E05E199B42}"/>
              </a:ext>
            </a:extLst>
          </p:cNvPr>
          <p:cNvSpPr/>
          <p:nvPr/>
        </p:nvSpPr>
        <p:spPr>
          <a:xfrm rot="3102724">
            <a:off x="6291087" y="2625643"/>
            <a:ext cx="265887" cy="49583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FA9CA8-B673-B546-8A76-1E0686C4E061}"/>
              </a:ext>
            </a:extLst>
          </p:cNvPr>
          <p:cNvSpPr/>
          <p:nvPr/>
        </p:nvSpPr>
        <p:spPr>
          <a:xfrm rot="5629479">
            <a:off x="6856635" y="2266363"/>
            <a:ext cx="299336" cy="84328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EF7B22-6CE8-D044-976E-D370CEF7F0D2}"/>
              </a:ext>
            </a:extLst>
          </p:cNvPr>
          <p:cNvSpPr txBox="1"/>
          <p:nvPr/>
        </p:nvSpPr>
        <p:spPr>
          <a:xfrm>
            <a:off x="7417930" y="2615599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3-1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C3D024-5FC4-8A44-862B-FAE72C045749}"/>
              </a:ext>
            </a:extLst>
          </p:cNvPr>
          <p:cNvSpPr txBox="1"/>
          <p:nvPr/>
        </p:nvSpPr>
        <p:spPr>
          <a:xfrm>
            <a:off x="6447372" y="2899928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43189C-07A5-9741-8076-AAFE6BCD1552}"/>
              </a:ext>
            </a:extLst>
          </p:cNvPr>
          <p:cNvSpPr txBox="1"/>
          <p:nvPr/>
        </p:nvSpPr>
        <p:spPr>
          <a:xfrm>
            <a:off x="5702723" y="3691257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3-3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E789EF-E803-204F-B98C-90912324DABC}"/>
              </a:ext>
            </a:extLst>
          </p:cNvPr>
          <p:cNvSpPr txBox="1"/>
          <p:nvPr/>
        </p:nvSpPr>
        <p:spPr>
          <a:xfrm>
            <a:off x="5137239" y="4362741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3-4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FD548D-16F8-7748-A533-FF5A6C7411B6}"/>
              </a:ext>
            </a:extLst>
          </p:cNvPr>
          <p:cNvSpPr txBox="1"/>
          <p:nvPr/>
        </p:nvSpPr>
        <p:spPr>
          <a:xfrm>
            <a:off x="6470955" y="1930149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21C458-4DA9-214E-B8D3-B0E1B5A8DF41}"/>
              </a:ext>
            </a:extLst>
          </p:cNvPr>
          <p:cNvSpPr txBox="1"/>
          <p:nvPr/>
        </p:nvSpPr>
        <p:spPr>
          <a:xfrm>
            <a:off x="5631820" y="226599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A32857-84A8-2748-8650-5F95A82B71CB}"/>
              </a:ext>
            </a:extLst>
          </p:cNvPr>
          <p:cNvSpPr txBox="1"/>
          <p:nvPr/>
        </p:nvSpPr>
        <p:spPr>
          <a:xfrm>
            <a:off x="4421882" y="279765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4E88AB5-B2F9-3049-A150-242B6303DD46}"/>
              </a:ext>
            </a:extLst>
          </p:cNvPr>
          <p:cNvSpPr/>
          <p:nvPr/>
        </p:nvSpPr>
        <p:spPr>
          <a:xfrm>
            <a:off x="4615917" y="3092776"/>
            <a:ext cx="641883" cy="736274"/>
          </a:xfrm>
          <a:custGeom>
            <a:avLst/>
            <a:gdLst>
              <a:gd name="connsiteX0" fmla="*/ 641883 w 641883"/>
              <a:gd name="connsiteY0" fmla="*/ 36187 h 736274"/>
              <a:gd name="connsiteX1" fmla="*/ 41808 w 641883"/>
              <a:gd name="connsiteY1" fmla="*/ 79049 h 736274"/>
              <a:gd name="connsiteX2" fmla="*/ 98958 w 641883"/>
              <a:gd name="connsiteY2" fmla="*/ 736274 h 73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883" h="736274">
                <a:moveTo>
                  <a:pt x="641883" y="36187"/>
                </a:moveTo>
                <a:cubicBezTo>
                  <a:pt x="387089" y="-723"/>
                  <a:pt x="132295" y="-37632"/>
                  <a:pt x="41808" y="79049"/>
                </a:cubicBezTo>
                <a:cubicBezTo>
                  <a:pt x="-48680" y="195730"/>
                  <a:pt x="25139" y="466002"/>
                  <a:pt x="98958" y="736274"/>
                </a:cubicBezTo>
              </a:path>
            </a:pathLst>
          </a:custGeom>
          <a:noFill/>
          <a:ln w="41275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DB2637B-98A3-0841-9531-1E3424FC0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990" y="1426982"/>
            <a:ext cx="486013" cy="70267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011507-7556-A145-ADFA-760FF6461144}"/>
              </a:ext>
            </a:extLst>
          </p:cNvPr>
          <p:cNvCxnSpPr>
            <a:cxnSpLocks/>
          </p:cNvCxnSpPr>
          <p:nvPr/>
        </p:nvCxnSpPr>
        <p:spPr>
          <a:xfrm flipH="1">
            <a:off x="6677323" y="6436051"/>
            <a:ext cx="967453" cy="0"/>
          </a:xfrm>
          <a:prstGeom prst="line">
            <a:avLst/>
          </a:prstGeom>
          <a:ln w="920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A924CBA-6629-B148-8A38-F0B561F6659F}"/>
              </a:ext>
            </a:extLst>
          </p:cNvPr>
          <p:cNvCxnSpPr>
            <a:cxnSpLocks/>
          </p:cNvCxnSpPr>
          <p:nvPr/>
        </p:nvCxnSpPr>
        <p:spPr>
          <a:xfrm flipH="1">
            <a:off x="6646524" y="4731908"/>
            <a:ext cx="1207008" cy="0"/>
          </a:xfrm>
          <a:prstGeom prst="line">
            <a:avLst/>
          </a:prstGeom>
          <a:ln w="920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CC1796D-ED43-8946-8284-352E6B577969}"/>
              </a:ext>
            </a:extLst>
          </p:cNvPr>
          <p:cNvCxnSpPr>
            <a:cxnSpLocks/>
          </p:cNvCxnSpPr>
          <p:nvPr/>
        </p:nvCxnSpPr>
        <p:spPr>
          <a:xfrm flipH="1">
            <a:off x="6646524" y="4731908"/>
            <a:ext cx="603504" cy="0"/>
          </a:xfrm>
          <a:prstGeom prst="line">
            <a:avLst/>
          </a:prstGeom>
          <a:ln w="920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46FACD4-3393-1542-A3EA-B0DB080D2D2E}"/>
              </a:ext>
            </a:extLst>
          </p:cNvPr>
          <p:cNvSpPr txBox="1"/>
          <p:nvPr/>
        </p:nvSpPr>
        <p:spPr>
          <a:xfrm>
            <a:off x="7067592" y="4446214"/>
            <a:ext cx="591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657B64-B6AF-2144-B042-1FA4F5A0C593}"/>
              </a:ext>
            </a:extLst>
          </p:cNvPr>
          <p:cNvSpPr txBox="1"/>
          <p:nvPr/>
        </p:nvSpPr>
        <p:spPr>
          <a:xfrm>
            <a:off x="7489824" y="4441522"/>
            <a:ext cx="591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1.0 KM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85DEEB-69ED-AA40-9EA3-745CFD547149}"/>
              </a:ext>
            </a:extLst>
          </p:cNvPr>
          <p:cNvSpPr txBox="1"/>
          <p:nvPr/>
        </p:nvSpPr>
        <p:spPr>
          <a:xfrm>
            <a:off x="3269091" y="1416653"/>
            <a:ext cx="686632" cy="15859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D00816-03BF-9E4F-BDB4-067308A1E065}"/>
              </a:ext>
            </a:extLst>
          </p:cNvPr>
          <p:cNvSpPr txBox="1"/>
          <p:nvPr/>
        </p:nvSpPr>
        <p:spPr>
          <a:xfrm>
            <a:off x="3279448" y="2978382"/>
            <a:ext cx="676275" cy="10781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A900B57-44C3-C041-98B8-F2E5895FDACB}"/>
              </a:ext>
            </a:extLst>
          </p:cNvPr>
          <p:cNvCxnSpPr>
            <a:cxnSpLocks/>
          </p:cNvCxnSpPr>
          <p:nvPr/>
        </p:nvCxnSpPr>
        <p:spPr>
          <a:xfrm>
            <a:off x="3611602" y="3081084"/>
            <a:ext cx="0" cy="548640"/>
          </a:xfrm>
          <a:prstGeom prst="line">
            <a:avLst/>
          </a:prstGeom>
          <a:ln w="101600" cap="rnd">
            <a:solidFill>
              <a:schemeClr val="tx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5C092D6-D397-E340-AA83-8B45279FA60D}"/>
              </a:ext>
            </a:extLst>
          </p:cNvPr>
          <p:cNvSpPr txBox="1"/>
          <p:nvPr/>
        </p:nvSpPr>
        <p:spPr>
          <a:xfrm>
            <a:off x="3284816" y="3706069"/>
            <a:ext cx="676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High Angle 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Fault Zone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F8D4BC-4C73-1345-B35D-9DBBBE8BE118}"/>
              </a:ext>
            </a:extLst>
          </p:cNvPr>
          <p:cNvSpPr txBox="1"/>
          <p:nvPr/>
        </p:nvSpPr>
        <p:spPr>
          <a:xfrm>
            <a:off x="3216851" y="2361870"/>
            <a:ext cx="772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Reach Normalized Electrical Conductivity (</a:t>
            </a:r>
            <a:r>
              <a:rPr lang="el-GR" sz="7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S)</a:t>
            </a:r>
          </a:p>
          <a:p>
            <a:pPr algn="ctr"/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5CF607A-B8FC-D344-BA86-39FDE44989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18270" r="-9905"/>
          <a:stretch/>
        </p:blipFill>
        <p:spPr>
          <a:xfrm>
            <a:off x="3425885" y="1496956"/>
            <a:ext cx="528695" cy="917372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3088DFC1-69F6-BC2B-AF27-9CF6942A2E9E}"/>
              </a:ext>
            </a:extLst>
          </p:cNvPr>
          <p:cNvSpPr/>
          <p:nvPr/>
        </p:nvSpPr>
        <p:spPr>
          <a:xfrm rot="1513536">
            <a:off x="5728609" y="2563068"/>
            <a:ext cx="376309" cy="511783"/>
          </a:xfrm>
          <a:custGeom>
            <a:avLst/>
            <a:gdLst>
              <a:gd name="connsiteX0" fmla="*/ 641883 w 641883"/>
              <a:gd name="connsiteY0" fmla="*/ 36187 h 736274"/>
              <a:gd name="connsiteX1" fmla="*/ 41808 w 641883"/>
              <a:gd name="connsiteY1" fmla="*/ 79049 h 736274"/>
              <a:gd name="connsiteX2" fmla="*/ 98958 w 641883"/>
              <a:gd name="connsiteY2" fmla="*/ 736274 h 73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883" h="736274">
                <a:moveTo>
                  <a:pt x="641883" y="36187"/>
                </a:moveTo>
                <a:cubicBezTo>
                  <a:pt x="387089" y="-723"/>
                  <a:pt x="132295" y="-37632"/>
                  <a:pt x="41808" y="79049"/>
                </a:cubicBezTo>
                <a:cubicBezTo>
                  <a:pt x="-48680" y="195730"/>
                  <a:pt x="25139" y="466002"/>
                  <a:pt x="98958" y="736274"/>
                </a:cubicBezTo>
              </a:path>
            </a:pathLst>
          </a:custGeom>
          <a:noFill/>
          <a:ln w="41275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59EA69C-47EB-CC9B-0990-E99E67E66B96}"/>
              </a:ext>
            </a:extLst>
          </p:cNvPr>
          <p:cNvSpPr/>
          <p:nvPr/>
        </p:nvSpPr>
        <p:spPr>
          <a:xfrm rot="2377022">
            <a:off x="6471540" y="2230084"/>
            <a:ext cx="376309" cy="511783"/>
          </a:xfrm>
          <a:custGeom>
            <a:avLst/>
            <a:gdLst>
              <a:gd name="connsiteX0" fmla="*/ 641883 w 641883"/>
              <a:gd name="connsiteY0" fmla="*/ 36187 h 736274"/>
              <a:gd name="connsiteX1" fmla="*/ 41808 w 641883"/>
              <a:gd name="connsiteY1" fmla="*/ 79049 h 736274"/>
              <a:gd name="connsiteX2" fmla="*/ 98958 w 641883"/>
              <a:gd name="connsiteY2" fmla="*/ 736274 h 73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883" h="736274">
                <a:moveTo>
                  <a:pt x="641883" y="36187"/>
                </a:moveTo>
                <a:cubicBezTo>
                  <a:pt x="387089" y="-723"/>
                  <a:pt x="132295" y="-37632"/>
                  <a:pt x="41808" y="79049"/>
                </a:cubicBezTo>
                <a:cubicBezTo>
                  <a:pt x="-48680" y="195730"/>
                  <a:pt x="25139" y="466002"/>
                  <a:pt x="98958" y="736274"/>
                </a:cubicBezTo>
              </a:path>
            </a:pathLst>
          </a:custGeom>
          <a:noFill/>
          <a:ln w="41275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A05775-4260-C9FB-671C-380ECC74399C}"/>
              </a:ext>
            </a:extLst>
          </p:cNvPr>
          <p:cNvSpPr txBox="1"/>
          <p:nvPr/>
        </p:nvSpPr>
        <p:spPr>
          <a:xfrm>
            <a:off x="4314100" y="4102968"/>
            <a:ext cx="39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Z`</a:t>
            </a:r>
          </a:p>
        </p:txBody>
      </p:sp>
      <p:sp>
        <p:nvSpPr>
          <p:cNvPr id="14" name="5-Point Star 13">
            <a:extLst>
              <a:ext uri="{FF2B5EF4-FFF2-40B4-BE49-F238E27FC236}">
                <a16:creationId xmlns:a16="http://schemas.microsoft.com/office/drawing/2014/main" id="{739A1A70-B27D-1D00-3CA2-7C40AD14C293}"/>
              </a:ext>
            </a:extLst>
          </p:cNvPr>
          <p:cNvSpPr/>
          <p:nvPr/>
        </p:nvSpPr>
        <p:spPr>
          <a:xfrm>
            <a:off x="5071423" y="3817877"/>
            <a:ext cx="238628" cy="238628"/>
          </a:xfrm>
          <a:prstGeom prst="star5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63660B-19B4-FF76-ADA4-EA99D332ACD3}"/>
              </a:ext>
            </a:extLst>
          </p:cNvPr>
          <p:cNvSpPr txBox="1"/>
          <p:nvPr/>
        </p:nvSpPr>
        <p:spPr>
          <a:xfrm>
            <a:off x="5794034" y="2867412"/>
            <a:ext cx="316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503022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29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Tadd Bindas</dc:creator>
  <cp:lastModifiedBy>Bindas, Tadd Nicholas</cp:lastModifiedBy>
  <cp:revision>7</cp:revision>
  <dcterms:created xsi:type="dcterms:W3CDTF">2019-02-25T17:13:25Z</dcterms:created>
  <dcterms:modified xsi:type="dcterms:W3CDTF">2025-02-24T03:19:20Z</dcterms:modified>
</cp:coreProperties>
</file>